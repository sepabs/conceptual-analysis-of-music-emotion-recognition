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26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42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58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3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76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91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1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97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0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979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695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61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03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799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60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38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8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6094" y="1505529"/>
            <a:ext cx="5540545" cy="1544778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3600" dirty="0"/>
              <a:t>Conceptual Analysis of MER</a:t>
            </a:r>
            <a:endParaRPr lang="fa-IR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Music Emotion Recognition using Deep Learning</a:t>
            </a:r>
          </a:p>
          <a:p>
            <a:r>
              <a:rPr lang="en-US" dirty="0"/>
              <a:t>Based on IEEE Access (2024) &amp; </a:t>
            </a:r>
            <a:r>
              <a:rPr lang="en-US" dirty="0" err="1"/>
              <a:t>Hindawi</a:t>
            </a:r>
            <a:r>
              <a:rPr lang="en-US" dirty="0"/>
              <a:t> (2022)</a:t>
            </a:r>
          </a:p>
        </p:txBody>
      </p:sp>
    </p:spTree>
    <p:extLst>
      <p:ext uri="{BB962C8B-B14F-4D97-AF65-F5344CB8AC3E}">
        <p14:creationId xmlns:p14="http://schemas.microsoft.com/office/powerpoint/2010/main" val="317239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 smtClean="0"/>
              <a:t>Subjective </a:t>
            </a:r>
            <a:r>
              <a:rPr lang="en-US" dirty="0" smtClean="0"/>
              <a:t>Nature</a:t>
            </a:r>
            <a:r>
              <a:rPr dirty="0" smtClean="0"/>
              <a:t> </a:t>
            </a:r>
            <a:r>
              <a:rPr dirty="0"/>
              <a:t>of </a:t>
            </a:r>
            <a:r>
              <a:rPr lang="en-US" dirty="0" smtClean="0"/>
              <a:t>M</a:t>
            </a:r>
            <a:r>
              <a:rPr dirty="0" smtClean="0"/>
              <a:t>usical </a:t>
            </a:r>
            <a:r>
              <a:rPr lang="en-US" dirty="0" smtClean="0"/>
              <a:t>E</a:t>
            </a:r>
            <a:r>
              <a:rPr dirty="0" smtClean="0"/>
              <a:t>motions</a:t>
            </a:r>
            <a:endParaRPr dirty="0"/>
          </a:p>
          <a:p>
            <a:pPr algn="l" rtl="0"/>
            <a:r>
              <a:rPr dirty="0" smtClean="0"/>
              <a:t>Mapping </a:t>
            </a:r>
            <a:r>
              <a:rPr lang="en-US" dirty="0" smtClean="0"/>
              <a:t>Audio Features </a:t>
            </a:r>
            <a:r>
              <a:rPr dirty="0" smtClean="0"/>
              <a:t>to </a:t>
            </a:r>
            <a:r>
              <a:rPr lang="en-US" dirty="0" smtClean="0"/>
              <a:t>Emotions</a:t>
            </a:r>
          </a:p>
          <a:p>
            <a:pPr algn="l" rtl="0"/>
            <a:r>
              <a:rPr dirty="0" smtClean="0"/>
              <a:t>Limits </a:t>
            </a:r>
            <a:r>
              <a:rPr dirty="0"/>
              <a:t>of </a:t>
            </a:r>
            <a:r>
              <a:rPr lang="en-US" dirty="0" smtClean="0"/>
              <a:t>Traditional</a:t>
            </a:r>
            <a:r>
              <a:rPr dirty="0" smtClean="0"/>
              <a:t> </a:t>
            </a:r>
            <a:r>
              <a:rPr dirty="0"/>
              <a:t>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Widely used in </a:t>
            </a:r>
            <a:r>
              <a:rPr lang="en-US" dirty="0" smtClean="0"/>
              <a:t>Media </a:t>
            </a:r>
            <a:r>
              <a:rPr lang="en-US" dirty="0"/>
              <a:t>&amp; </a:t>
            </a:r>
            <a:r>
              <a:rPr lang="en-US" dirty="0" smtClean="0"/>
              <a:t>Healthcare</a:t>
            </a:r>
          </a:p>
          <a:p>
            <a:pPr algn="l" rtl="0"/>
            <a:r>
              <a:rPr lang="en-US" dirty="0" smtClean="0"/>
              <a:t>Improves Recommendation Systems</a:t>
            </a:r>
            <a:endParaRPr lang="en-US" dirty="0"/>
          </a:p>
          <a:p>
            <a:pPr algn="l" rtl="0"/>
            <a:r>
              <a:rPr lang="en-US" dirty="0" smtClean="0"/>
              <a:t>Supports Affective Computing</a:t>
            </a:r>
          </a:p>
          <a:p>
            <a:pPr marL="0" indent="0" algn="l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 smtClean="0"/>
              <a:t>Deep </a:t>
            </a:r>
            <a:r>
              <a:rPr lang="en-US" dirty="0" smtClean="0"/>
              <a:t>Learning models</a:t>
            </a:r>
          </a:p>
          <a:p>
            <a:pPr algn="l" rtl="0"/>
            <a:r>
              <a:rPr dirty="0" smtClean="0"/>
              <a:t>Audio-based </a:t>
            </a:r>
            <a:r>
              <a:rPr lang="en-US" dirty="0" smtClean="0"/>
              <a:t>Features</a:t>
            </a:r>
          </a:p>
          <a:p>
            <a:pPr algn="l" rtl="0"/>
            <a:r>
              <a:rPr dirty="0" smtClean="0"/>
              <a:t>Emotion </a:t>
            </a:r>
            <a:r>
              <a:rPr lang="en-US" dirty="0" smtClean="0"/>
              <a:t>Classification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 smtClean="0"/>
              <a:t>Feature </a:t>
            </a:r>
            <a:r>
              <a:rPr lang="en-US" dirty="0" smtClean="0"/>
              <a:t>Extraction</a:t>
            </a:r>
          </a:p>
          <a:p>
            <a:pPr algn="l" rtl="0"/>
            <a:r>
              <a:rPr dirty="0" smtClean="0"/>
              <a:t>Deep </a:t>
            </a:r>
            <a:r>
              <a:rPr lang="en-US" dirty="0" smtClean="0"/>
              <a:t>Neural Networks</a:t>
            </a:r>
            <a:endParaRPr dirty="0"/>
          </a:p>
          <a:p>
            <a:pPr algn="l" rtl="0"/>
            <a:r>
              <a:rPr dirty="0" smtClean="0"/>
              <a:t>Emotion </a:t>
            </a:r>
            <a:r>
              <a:rPr lang="en-US" dirty="0" smtClean="0"/>
              <a:t>Prediction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Theoretical </a:t>
            </a:r>
            <a:r>
              <a:rPr dirty="0" smtClean="0"/>
              <a:t>Gaps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 smtClean="0"/>
              <a:t>Limited </a:t>
            </a:r>
            <a:r>
              <a:rPr lang="en-US" dirty="0" smtClean="0"/>
              <a:t>Multimodal Studies</a:t>
            </a:r>
            <a:endParaRPr dirty="0"/>
          </a:p>
          <a:p>
            <a:pPr algn="l" rtl="0"/>
            <a:r>
              <a:rPr dirty="0" smtClean="0"/>
              <a:t>Lack </a:t>
            </a:r>
            <a:r>
              <a:rPr dirty="0" smtClean="0"/>
              <a:t>of </a:t>
            </a:r>
            <a:r>
              <a:rPr lang="en-US" dirty="0" smtClean="0"/>
              <a:t>Standard Pipelines</a:t>
            </a:r>
            <a:endParaRPr lang="fa-IR" dirty="0"/>
          </a:p>
          <a:p>
            <a:pPr algn="l" rtl="0"/>
            <a:r>
              <a:rPr lang="en-US" dirty="0" smtClean="0"/>
              <a:t>Dataset Size issues</a:t>
            </a:r>
          </a:p>
          <a:p>
            <a:pPr algn="l" rtl="0"/>
            <a:r>
              <a:rPr lang="en-US" dirty="0" smtClean="0"/>
              <a:t>Inconsistent Evaluation Metrics</a:t>
            </a:r>
            <a:endParaRPr lang="en-US" dirty="0"/>
          </a:p>
          <a:p>
            <a:pPr algn="l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Main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dirty="0"/>
              <a:t>How can deep learning improve music emotion recognition accuracy?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Sub-Research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 smtClean="0"/>
              <a:t>Best </a:t>
            </a:r>
            <a:r>
              <a:rPr dirty="0"/>
              <a:t>DL </a:t>
            </a:r>
            <a:r>
              <a:rPr lang="en-US" dirty="0" smtClean="0"/>
              <a:t>A</a:t>
            </a:r>
            <a:r>
              <a:rPr dirty="0" smtClean="0"/>
              <a:t>rchitectures</a:t>
            </a:r>
            <a:r>
              <a:rPr dirty="0"/>
              <a:t>?</a:t>
            </a:r>
          </a:p>
          <a:p>
            <a:pPr algn="l" rtl="0"/>
            <a:r>
              <a:rPr dirty="0" smtClean="0"/>
              <a:t>Role of </a:t>
            </a:r>
            <a:r>
              <a:rPr lang="en-US" dirty="0" smtClean="0"/>
              <a:t>A</a:t>
            </a:r>
            <a:r>
              <a:rPr dirty="0" smtClean="0"/>
              <a:t>ttention</a:t>
            </a:r>
            <a:r>
              <a:rPr dirty="0"/>
              <a:t>?</a:t>
            </a:r>
          </a:p>
          <a:p>
            <a:pPr algn="l" rtl="0"/>
            <a:r>
              <a:rPr dirty="0" smtClean="0"/>
              <a:t>Dataset </a:t>
            </a:r>
            <a:r>
              <a:rPr lang="en-US" dirty="0" smtClean="0"/>
              <a:t>L</a:t>
            </a:r>
            <a:r>
              <a:rPr dirty="0" smtClean="0"/>
              <a:t>imitations</a:t>
            </a:r>
            <a:r>
              <a:rPr dirty="0"/>
              <a:t>?</a:t>
            </a:r>
          </a:p>
          <a:p>
            <a:pPr algn="l" rtl="0"/>
            <a:r>
              <a:rPr dirty="0" smtClean="0"/>
              <a:t>Generalization </a:t>
            </a:r>
            <a:r>
              <a:rPr lang="en-US" dirty="0"/>
              <a:t>C</a:t>
            </a:r>
            <a:r>
              <a:rPr dirty="0" smtClean="0"/>
              <a:t>hallenges</a:t>
            </a:r>
            <a:r>
              <a:rPr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Type &amp; Variables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4" y="3099735"/>
            <a:ext cx="6798736" cy="3444997"/>
          </a:xfrm>
        </p:spPr>
        <p:txBody>
          <a:bodyPr/>
          <a:lstStyle/>
          <a:p>
            <a:pPr algn="l" rtl="0"/>
            <a:r>
              <a:rPr lang="en-US" dirty="0" smtClean="0"/>
              <a:t>Research Type: Applied and Quantitative Research</a:t>
            </a:r>
          </a:p>
          <a:p>
            <a:pPr algn="l" rtl="0"/>
            <a:r>
              <a:rPr lang="en-US" dirty="0" smtClean="0"/>
              <a:t>Independent Variable: Type of Deep Learning Architecture</a:t>
            </a:r>
          </a:p>
          <a:p>
            <a:pPr algn="l" rtl="0"/>
            <a:r>
              <a:rPr lang="en-US" dirty="0" smtClean="0"/>
              <a:t>Dependent Variable: Emotion Recognition Accuracy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4" y="3099735"/>
            <a:ext cx="6798736" cy="3444997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Problem → Review → Gap → Model → Data → Training → Evaluation → Conclusion</a:t>
            </a:r>
          </a:p>
        </p:txBody>
      </p:sp>
    </p:spTree>
    <p:extLst>
      <p:ext uri="{BB962C8B-B14F-4D97-AF65-F5344CB8AC3E}">
        <p14:creationId xmlns:p14="http://schemas.microsoft.com/office/powerpoint/2010/main" val="272135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6094" y="1505529"/>
            <a:ext cx="5540545" cy="1544778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3600" dirty="0" smtClean="0"/>
              <a:t>THE END</a:t>
            </a:r>
            <a:endParaRPr lang="fa-IR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Thank You </a:t>
            </a:r>
            <a:r>
              <a:rPr lang="en-US" dirty="0" smtClean="0"/>
              <a:t>for </a:t>
            </a:r>
            <a:r>
              <a:rPr lang="en-US" dirty="0"/>
              <a:t>Y</a:t>
            </a:r>
            <a:r>
              <a:rPr lang="en-US" dirty="0" smtClean="0"/>
              <a:t>our Time and Consideration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98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46</TotalTime>
  <Words>171</Words>
  <Application>Microsoft Office PowerPoint</Application>
  <PresentationFormat>On-screen Show (4:3)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Garamond</vt:lpstr>
      <vt:lpstr>Times New Roman</vt:lpstr>
      <vt:lpstr>Organic</vt:lpstr>
      <vt:lpstr>Conceptual Analysis of MER</vt:lpstr>
      <vt:lpstr>Research Problem</vt:lpstr>
      <vt:lpstr>Research Significance</vt:lpstr>
      <vt:lpstr>Research Approach</vt:lpstr>
      <vt:lpstr>Shared Framework</vt:lpstr>
      <vt:lpstr>Theoretical Gaps</vt:lpstr>
      <vt:lpstr>Main Research Question</vt:lpstr>
      <vt:lpstr>Sub-Research Questions</vt:lpstr>
      <vt:lpstr>Research Type &amp; Variables</vt:lpstr>
      <vt:lpstr>Research Timeline</vt:lpstr>
      <vt:lpstr>THE 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Conceptual Analysis of MER</dc:title>
  <dc:subject/>
  <dc:creator/>
  <cp:keywords/>
  <dc:description>generated using python-pptx</dc:description>
  <cp:lastModifiedBy>ASUS</cp:lastModifiedBy>
  <cp:revision>7</cp:revision>
  <dcterms:created xsi:type="dcterms:W3CDTF">2013-01-27T09:14:16Z</dcterms:created>
  <dcterms:modified xsi:type="dcterms:W3CDTF">2026-02-08T21:42:25Z</dcterms:modified>
  <cp:category/>
</cp:coreProperties>
</file>